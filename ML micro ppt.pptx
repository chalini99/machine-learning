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Heart Disease Risk from ECG Images Using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Chalini M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2023BCSE07AED440</a:t>
            </a:r>
          </a:p>
          <a:p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 (AI &amp; ML)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ECG Heartbeat Categorization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 disease is a leading global cause of death.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detection can save lives.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ECG images provide vital information on heart activity.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analysis is slow and prone to human error.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Automate ECG classification using CNN-based AI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dirty="0"/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and clean ECG image dataset.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CNN models using different activation functions.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and optimize models using backpropagation.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model performance with key metrics.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Visualize and compare results for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 – ECG Heartbeat Categorization Dataset.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Classes: Normal ECG, Abnormal ECG.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Split: 80% training, 20% testing.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Steps: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Resized to 128×128 pixels.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pixel values between 0 and 1.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 augmentation (rotation, flip, zoom).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Model: Convolutional Neural Network (CNN).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Layers: Convolution +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Flatten, Dense, Output (Sigmoid).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Optimizer: Adam.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 Function: Binary Cross-Entropy.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Frameworks: TensorFlow /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Best performance, fast convergence.</a:t>
            </a:r>
          </a:p>
          <a:p>
            <a:pPr>
              <a:spcAft>
                <a:spcPts val="600"/>
              </a:spcAf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Sigmoid – Smooth output, slower training.</a:t>
            </a:r>
          </a:p>
          <a:p>
            <a:pPr>
              <a:spcAft>
                <a:spcPts val="600"/>
              </a:spcAf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Tanh – Moderate accuracy, stable.</a:t>
            </a:r>
          </a:p>
          <a:p>
            <a:pPr>
              <a:spcAft>
                <a:spcPts val="600"/>
              </a:spcAf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Leaky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Avoids neuron inactivity.</a:t>
            </a:r>
          </a:p>
          <a:p>
            <a:pPr>
              <a:spcAft>
                <a:spcPts val="600"/>
              </a:spcAf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accuracy among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Model Training and 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dirty="0"/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 minimizes loss by adjusting weights.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epoch reduces model error and improves accuracy.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Fine-tuning learning rate and activation functions enhanced performance.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 optimizer used for efficient gradient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Accuracy, Precision, Recall, F1-Score.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shows correct vs. incorrect predictions.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achieved &gt;90% accuracy.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Balanced precision and recall.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Data augmentation reduced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ardiogram&#10;&#10;AI-generated content may be incorrect.">
            <a:extLst>
              <a:ext uri="{FF2B5EF4-FFF2-40B4-BE49-F238E27FC236}">
                <a16:creationId xmlns:a16="http://schemas.microsoft.com/office/drawing/2014/main" id="{ABE48676-BF60-1321-281F-A6A98EAEA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626" y="1600200"/>
            <a:ext cx="7384747" cy="4525963"/>
          </a:xfr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98E6E8C-7B11-B03C-F639-4BE34335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257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Other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en-IN" dirty="0"/>
              <a:t>   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9E51D2-3298-D61A-A53C-38A4865E7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9677"/>
              </p:ext>
            </p:extLst>
          </p:nvPr>
        </p:nvGraphicFramePr>
        <p:xfrm>
          <a:off x="1227666" y="1676400"/>
          <a:ext cx="6747933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311">
                  <a:extLst>
                    <a:ext uri="{9D8B030D-6E8A-4147-A177-3AD203B41FA5}">
                      <a16:colId xmlns:a16="http://schemas.microsoft.com/office/drawing/2014/main" val="4043545652"/>
                    </a:ext>
                  </a:extLst>
                </a:gridCol>
                <a:gridCol w="2249311">
                  <a:extLst>
                    <a:ext uri="{9D8B030D-6E8A-4147-A177-3AD203B41FA5}">
                      <a16:colId xmlns:a16="http://schemas.microsoft.com/office/drawing/2014/main" val="1868297746"/>
                    </a:ext>
                  </a:extLst>
                </a:gridCol>
                <a:gridCol w="2249311">
                  <a:extLst>
                    <a:ext uri="{9D8B030D-6E8A-4147-A177-3AD203B41FA5}">
                      <a16:colId xmlns:a16="http://schemas.microsoft.com/office/drawing/2014/main" val="652926241"/>
                    </a:ext>
                  </a:extLst>
                </a:gridCol>
              </a:tblGrid>
              <a:tr h="97111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Function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210864"/>
                  </a:ext>
                </a:extLst>
              </a:tr>
              <a:tr h="97111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Sigmoid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learning.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184934"/>
                  </a:ext>
                </a:extLst>
              </a:tr>
              <a:tr h="5626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Tanh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but moderate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84492"/>
                  </a:ext>
                </a:extLst>
              </a:tr>
              <a:tr h="5626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Leaky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stability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018240"/>
                  </a:ext>
                </a:extLst>
              </a:tr>
              <a:tr h="971114"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92–94%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Fastest and most accurate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678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larger, more diverse ECG datasets.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CNN with LSTM for sequence learning.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as a real-time heart monitoring system.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explainable AI for medical transparency.</a:t>
            </a:r>
          </a:p>
          <a:p>
            <a:pPr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cloud-based application for hospitals.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448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Prediction of Heart Disease Risk from ECG Images Using CNN</vt:lpstr>
      <vt:lpstr>Problem Statement</vt:lpstr>
      <vt:lpstr>Objectives</vt:lpstr>
      <vt:lpstr>Dataset Description</vt:lpstr>
      <vt:lpstr>Algorithm Overview</vt:lpstr>
      <vt:lpstr>Activation Functions Tested</vt:lpstr>
      <vt:lpstr>Model Training and Backpropagation</vt:lpstr>
      <vt:lpstr>Performance Evaluation</vt:lpstr>
      <vt:lpstr>Output</vt:lpstr>
      <vt:lpstr>Comparison with Other Methods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Chalini</dc:creator>
  <cp:keywords/>
  <dc:description>generated using python-pptx</dc:description>
  <cp:lastModifiedBy>chalinimurali7@gmail.com</cp:lastModifiedBy>
  <cp:revision>3</cp:revision>
  <dcterms:created xsi:type="dcterms:W3CDTF">2013-01-27T09:14:16Z</dcterms:created>
  <dcterms:modified xsi:type="dcterms:W3CDTF">2025-11-03T04:42:26Z</dcterms:modified>
  <cp:category/>
</cp:coreProperties>
</file>